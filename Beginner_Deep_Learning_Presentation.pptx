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Beginner Deep Learning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100 Midterm</a:t>
            </a:r>
          </a:p>
          <a:p>
            <a:r>
              <a:t>Your Name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wanted to classify data into categories.</a:t>
            </a:r>
          </a:p>
          <a:p>
            <a:pPr lvl="1"/>
            <a:r>
              <a:t>This is called a classification problem.</a:t>
            </a:r>
          </a:p>
          <a:p>
            <a:pPr lvl="1"/>
            <a:r>
              <a:t>Example: Cat vs Dog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Deep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is part of artificial intelligence.</a:t>
            </a:r>
          </a:p>
          <a:p>
            <a:pPr lvl="1"/>
            <a:r>
              <a:t>It uses neural networks.</a:t>
            </a:r>
          </a:p>
          <a:p>
            <a:pPr lvl="1"/>
            <a:r>
              <a:t>Neural networks learn patterns from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used a simple public dataset.</a:t>
            </a:r>
          </a:p>
          <a:p>
            <a:pPr lvl="1"/>
            <a:r>
              <a:t>Two categories.</a:t>
            </a:r>
          </a:p>
          <a:p>
            <a:pPr lvl="1"/>
            <a:r>
              <a:t>Split into training and testing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used a basic Neural Network.</a:t>
            </a:r>
          </a:p>
          <a:p>
            <a:pPr lvl="1"/>
            <a:r>
              <a:t>Input layer</a:t>
            </a:r>
          </a:p>
          <a:p>
            <a:pPr lvl="1"/>
            <a:r>
              <a:t>Hidden layer</a:t>
            </a:r>
          </a:p>
          <a:p>
            <a:pPr lvl="1"/>
            <a:r>
              <a:t>Output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learned from the data.</a:t>
            </a:r>
          </a:p>
          <a:p>
            <a:pPr lvl="1"/>
            <a:r>
              <a:t>Accuracy was good for a beginner project.</a:t>
            </a:r>
          </a:p>
          <a:p>
            <a:pPr lvl="1"/>
            <a:r>
              <a:t>The model correctly predicted most samples.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needs data.</a:t>
            </a:r>
          </a:p>
          <a:p>
            <a:pPr lvl="1"/>
            <a:r>
              <a:t>Training improves accuracy.</a:t>
            </a:r>
          </a:p>
          <a:p>
            <a:pPr lvl="1"/>
            <a:r>
              <a:t>Model tuning helps performance.</a:t>
            </a:r>
          </a:p>
          <a:p>
            <a:pPr lvl="1"/>
            <a:r>
              <a:t>This was my first experience with neural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completed a beginner deep learning project.</a:t>
            </a:r>
          </a:p>
          <a:p>
            <a:pPr lvl="1"/>
            <a:r>
              <a:t>Understood how classification works.</a:t>
            </a:r>
          </a:p>
          <a:p>
            <a:pPr lvl="1"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